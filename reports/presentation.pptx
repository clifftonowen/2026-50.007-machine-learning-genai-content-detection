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sentence: we got most of our gain from what the model sees and from how we turn its scores into labels, not from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shift is deliberate. High training F1 and low test F1 is the designed behaviour, so a large gap is not evidence of a bug. What it does mean is that same-domain validation will mislead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at the two steep steps. Everything flat is a round we spent on tuning or ensembling. We report those as nulls.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Class imbalance forced stratification and class weighting everywhere. Length correlates with the label, which later became our validation protocol.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Chose LightGBM. Tried XGBoost, HistGB, three linear models, naive Bayes, KNN, RandomForest, AdaBoost. Drawback of a single model is no diversity. Acceptable because we later measured what ensembling was worth and it was inside the noise floor.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difficulties question. We wrote down a conclusion, designed a test that could overturn it, and it did. Keep that habit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fifth of the noise floor. The diagnosis was that we had been optimising the model while holding the representation fixed.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supplied features are lemmatised with stop words removed, so they are pure content. Content vocabulary is exactly what changes between corpora. Function words, punctuation and layout survive.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Chose all raw-text blocks. Tried supplied alone 0.7303, style only 0.8458, char n-grams alone 0.8188, supplied plus everything 0.8795 which ties raw text alone with 5,000 more columns. Drawback: 40,385 hand-built features. Acceptable because the supplied ones delete the signal that transfers.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Machine text in training carries markdown bold at ten times the human rate, and the peer-review test rows carry it at five times the machine rate. Sounded like a domain marker. We built the test so it could fail, and it did.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Chose leave-one-length-band-out. Tried standard 5-fold, k-means domain clusters which would not reproduce across machines, and a random grouping as a control. The control is the point: it reproduced standard CV, so the gap comes from structure and not from training on fewer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swept global share twice, on two models, and it was flat both times. Both measurements were correct and both conclusions were wrong. A +0.019 effect and a -0.019 effect were cancelling.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idea that generalises furthest beyond this project. Say it slowly.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Extended diversity actually made transfer worse while improving same-domain fit, which is the exact memorisation signature. Selecting on standard CV alone would have shipped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thirds representation, one third calibration, essentially nothing from the model. That is not the split we expected when we started.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methodology, not the score. The paired-comparison point and the mixture point are the two we would defend hardest.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</a:rPr>
              <a:t>Detecting Machine-Generated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5A5A"/>
                </a:solidFill>
              </a:rPr>
              <a:t>50.007 Machine Learning  |  COLING 2026 GenAI Content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77B4"/>
                </a:solidFill>
              </a:rPr>
              <a:t>Public leaderboard Macro F1  0.80143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5A5A5A"/>
                </a:solidFill>
              </a:rPr>
              <a:t>LightGBM on 40,385 features built from raw text,</a:t>
            </a:r>
          </a:p>
          <a:p>
            <a:r>
              <a:rPr sz="1900" b="0">
                <a:solidFill>
                  <a:srgbClr val="5A5A5A"/>
                </a:solidFill>
              </a:rPr>
              <a:t>with the two test populations thresholded separately.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A5A5A"/>
                </a:solidFill>
              </a:rPr>
              <a:t>Cliffton, Brian, Jovyan, Koko, Vincent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</a:rPr>
              <a:t>The task, and the trap inside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A1A1A"/>
                </a:solidFill>
              </a:rPr>
              <a:t>- Binary: is this document machine-generated? Scored on Macro F1.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A1A1A"/>
                </a:solidFill>
              </a:rPr>
              <a:t>- 20,000 labelled training documents, 6,999 to predict. 62.52% machine.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A1A1A"/>
                </a:solidFill>
              </a:rPr>
              <a:t>- Train is HC3 + M4GT + MAGE. Test is CUDRT + IELTS + NLPeer + PeerSum + MixSet.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A1A1A"/>
                </a:solidFill>
              </a:rPr>
              <a:t>- Zero corpus overlap. The shift is by design, and the brief says so.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A1A1A"/>
                </a:solidFill>
              </a:rPr>
              <a:t>- Public leaderboard noise floor: 0.0084. Everything smaller is a tie.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</a:rPr>
              <a:t>The journey, in seven milestone submissions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5A5A"/>
                </a:solidFill>
              </a:rPr>
              <a:t>Representation, then calibration. The model itself contributed almost nothing.</a:t>
            </a:r>
          </a:p>
        </p:txBody>
      </p:sp>
      <p:pic>
        <p:nvPicPr>
          <p:cNvPr id="4" name="Picture 3" descr="kaggle_journ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078" y="1691640"/>
            <a:ext cx="9671538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</a:rPr>
              <a:t>What the data looked like</a:t>
            </a:r>
          </a:p>
        </p:txBody>
      </p:sp>
      <p:pic>
        <p:nvPicPr>
          <p:cNvPr id="3" name="Picture 2" descr="class_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28800"/>
            <a:ext cx="5897880" cy="3931920"/>
          </a:xfrm>
          <a:prstGeom prst="rect">
            <a:avLst/>
          </a:prstGeom>
        </p:spPr>
      </p:pic>
      <p:pic>
        <p:nvPicPr>
          <p:cNvPr id="4" name="Picture 3" descr="text_length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828800"/>
            <a:ext cx="4939128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</a:rPr>
              <a:t>Where we started: twelve models on the supplied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5A5A"/>
                </a:solidFill>
              </a:rPr>
              <a:t>LightGBM led, and kept leading once we compared fairly.</a:t>
            </a:r>
          </a:p>
        </p:txBody>
      </p:sp>
      <p:pic>
        <p:nvPicPr>
          <p:cNvPr id="4" name="Picture 3" descr="baseline_models_cv_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5611" y="1828800"/>
            <a:ext cx="5860473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</a:rPr>
              <a:t>Wrong turn 1: we compared models along an axis we had not fixed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- For three notebooks we believed local validation was anti-correlated with Kaggle.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- LightGBM had the best CV and holdout of anything, and the worst leaderboard score. So we wrote it off.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- The cause: each model was submitted at whatever class balance its own default threshold produced.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- At a matched share, LightGBM beat ElasticNet by 0.0189, matching its local lead.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- Local validation had never been broken. We had been asking two questions as 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</a:rPr>
              <a:t>Rounds 3 and 4: ensembling, and an honest null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5A5A"/>
                </a:solidFill>
              </a:rPr>
              <a:t>Four combiner families, 48 configurations, +0.0017 on Kaggle.</a:t>
            </a:r>
          </a:p>
        </p:txBody>
      </p:sp>
      <p:pic>
        <p:nvPicPr>
          <p:cNvPr id="4" name="Picture 3" descr="ensemble_combiner_leader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863" y="1828800"/>
            <a:ext cx="11173968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</a:rPr>
              <a:t>The diagnosis: we were tuning the wrong 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A1A1A"/>
                </a:solidFill>
              </a:rPr>
              <a:t>- The supplied features are top-5,000 TF-IDF over lemmas, stop words removed.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A1A1A"/>
                </a:solidFill>
              </a:rPr>
              <a:t>- That is a pure content signal, and content is what differs between corpora.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A1A1A"/>
                </a:solidFill>
              </a:rPr>
              <a:t>- Raw text was fully available and essentially untouched: one length summary in seven notebooks.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A1A1A"/>
                </a:solidFill>
              </a:rPr>
              <a:t>- So we rebuilt the representation from the text: function words, punctuation, casing, layout, length, diversity, and character and word n-grams.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</a:rPr>
              <a:t>Changing the representation: +0.036 on the leaderboard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5A5A"/>
                </a:solidFill>
              </a:rPr>
              <a:t>Every dense block alone scores below the supplied control. Together they beat it by 0.115.</a:t>
            </a:r>
          </a:p>
        </p:txBody>
      </p:sp>
      <p:pic>
        <p:nvPicPr>
          <p:cNvPr id="4" name="Picture 3" descr="representation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7935" y="1828800"/>
            <a:ext cx="7735824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</a:rPr>
              <a:t>Wrong turn 2: we predicted the formatting features were artifacts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A1A1A"/>
                </a:solidFill>
              </a:rPr>
              <a:t>- Hypothesis: layout and punctuation features are dataset fingerprints and will not survive the corpus change.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A1A1A"/>
                </a:solidFill>
              </a:rPr>
              <a:t>- Test: ship a stripped-down feature set with only function words and character n-grams.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A1A1A"/>
                </a:solidFill>
              </a:rPr>
              <a:t>- Result: it lost 0.04944, six times the noise floor, in the opposite direction.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A1A1A"/>
                </a:solidFill>
              </a:rPr>
              <a:t>- We would rather report a falsified prediction than a roadmap where every idea worked.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</a:rPr>
              <a:t>Which local number should we trust?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5A5A"/>
                </a:solidFill>
              </a:rPr>
              <a:t>Standard CV overstates the leaderboard by ~0.10. Grouped CV gets within ~0.03.</a:t>
            </a:r>
          </a:p>
        </p:txBody>
      </p:sp>
      <p:pic>
        <p:nvPicPr>
          <p:cNvPr id="4" name="Picture 3" descr="local_vs_kag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986" y="1920240"/>
            <a:ext cx="10495722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</a:rPr>
              <a:t>The biggest single finding: threshold the two populations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5A5A"/>
                </a:solidFill>
              </a:rPr>
              <a:t>A global cut moves both groups the same way. They need opposite corrections.</a:t>
            </a:r>
          </a:p>
        </p:txBody>
      </p:sp>
      <p:pic>
        <p:nvPicPr>
          <p:cNvPr id="4" name="Picture 3" descr="share_surf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727" y="1920240"/>
            <a:ext cx="1106424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</a:rPr>
              <a:t>Why the global sweep looked flat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77B4"/>
                </a:solidFill>
              </a:rPr>
              <a:t>When one global threshold is applied to a population that is a mixture,</a:t>
            </a:r>
          </a:p>
          <a:p>
            <a:r>
              <a:rPr sz="2600" b="1">
                <a:solidFill>
                  <a:srgbClr val="1F77B4"/>
                </a:solidFill>
              </a:rPr>
              <a:t>the optimum for the mixture can be flat while the component optima are</a:t>
            </a:r>
          </a:p>
          <a:p>
            <a:r>
              <a:rPr sz="2600" b="1">
                <a:solidFill>
                  <a:srgbClr val="1F77B4"/>
                </a:solidFill>
              </a:rPr>
              <a:t>far apart and moving in opposite directions.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2976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A1A1A"/>
                </a:solidFill>
              </a:rPr>
              <a:t>- UUID rows wanted a higher predicted machine share. Numeric rows wanted a lower one.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A1A"/>
                </a:solidFill>
              </a:rPr>
              <a:t>- Correcting them separately: +0.022 on the leaderboard, no model change at all.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A1A"/>
                </a:solidFill>
              </a:rPr>
              <a:t>- Confirmed independently on a second, unrelated model to within 0.001.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</a:rPr>
              <a:t>What did not work, and we report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5A5A"/>
                </a:solidFill>
              </a:rPr>
              <a:t>Four feature ideas, all inside the selection bar.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- extended diversity (J, 14 cols): -0.0022 on held-out-domain Macro F1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- variability (K, 12 cols): +0.0049 on held-out-domain Macro F1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- J and K together: +0.0011 on held-out-domain Macro F1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- char n-grams at 5x capacity: +0.0023 on held-out-domain Macro F1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- K-means domain clusters: passed the stability gate on one machine at ARI 0.9703 and failed on another at 0.5991.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</a:rPr>
              <a:t>- Ensembling on the supplied features: +0.0017, a fifth of the noise floor.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</a:rPr>
              <a:t>Where the gain actually came from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5A5A5A"/>
                </a:solidFill>
              </a:rPr>
              <a:t>0.73583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5A5A"/>
                </a:solidFill>
              </a:rPr>
              <a:t>supplied TF-IDF, global threshold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21945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1F77B4"/>
                </a:solidFill>
              </a:rPr>
              <a:t>+0.044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31089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5A5A"/>
                </a:solidFill>
              </a:rPr>
              <a:t>raw-text representation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1945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2CA02C"/>
                </a:solidFill>
              </a:rPr>
              <a:t>+0.022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31089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5A5A"/>
                </a:solidFill>
              </a:rPr>
              <a:t>per-group thresholding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8056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A1A1A"/>
                </a:solidFill>
              </a:rPr>
              <a:t>Final: 0.80143    Local: 0.8764 standard CV, 0.8089 held-out domain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035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5A5A"/>
                </a:solidFill>
              </a:rPr>
              <a:t>Hyperparameter tuning contributed nothing so far: the shipped model runs on LightGBM defaults.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</a:rPr>
              <a:t>What we learned, and what is still open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A1A1A"/>
                </a:solidFill>
              </a:rPr>
              <a:t>- Read the dataset paper first. It produced both changes that moved our score.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A1A"/>
                </a:solidFill>
              </a:rPr>
              <a:t>- When folds differ by design, compare paired differences, not means.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A1A"/>
                </a:solidFill>
              </a:rPr>
              <a:t>- A leaderboard has a precision. Compute it once, then hold every claim to it.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A1A"/>
                </a:solidFill>
              </a:rPr>
              <a:t>- Averaging can hide two large effects that cancel.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A1A"/>
                </a:solidFill>
              </a:rPr>
              <a:t> 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A1A"/>
                </a:solidFill>
              </a:rPr>
              <a:t>- Open: hyperparameter search on this representation, a second model family, and final pick selection.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A1A"/>
                </a:solidFill>
              </a:rPr>
              <a:t>- Final picks pair the best public point with a more central one, because our share coordinates are fitted to a noisy leaderboard.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